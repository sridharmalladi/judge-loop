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381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9144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5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54864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self-improvement through iterative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structured feedback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1D9E75">
              <a:alpha val="15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20240" y="402336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1D9E75">
              <a:alpha val="15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402336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1D9E75">
              <a:alpha val="15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2336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1D9E75">
              <a:alpha val="15000"/>
            </a:srgbClr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LLM APIs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1097280"/>
            <a:ext cx="20116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109728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&gt;&gt;&gt;_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Sridhar | Portfolio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85A30">
              <a:alpha val="2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don't learn from conversation.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update weights. They don't self-improve.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can engineer systems that make them refine.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749040" cy="219456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think happens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"learns" from feedback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38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get updated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22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improvement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06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560320"/>
            <a:ext cx="3749040" cy="219456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context in the prompt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538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critique → retry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3922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Within-session refinement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4306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7F77DD">
              <a:alpha val="20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three strategies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1524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critiques and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revises its own answer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2286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Evaluate → Refine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plays both roles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8288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15240">
            <a:solidFill>
              <a:srgbClr val="EF9F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2011680"/>
            <a:ext cx="411480" cy="41148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Cross-model eval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generates,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judges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20440" y="3657600"/>
            <a:ext cx="2286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judge catches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the generator can't see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61B22"/>
          </a:solidFill>
          <a:ln w="15240">
            <a:solidFill>
              <a:srgbClr val="D85A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011680"/>
            <a:ext cx="411480" cy="41148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50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optimization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2926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evolves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test set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3657600"/>
            <a:ext cx="2286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template itself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 iterations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1D9E75">
              <a:alpha val="2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refinement 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 w="1524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responds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20116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 w="15240">
            <a:solidFill>
              <a:srgbClr val="EF9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structured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20116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 w="1524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critique back,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3291840"/>
            <a:ext cx="4572000" cy="36576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2860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Loop until converged or max iterations reached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adapters (unified interface)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42976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26060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42976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30363D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EF9F27">
              <a:alpha val="2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real engineering depth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(async Python)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 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streaming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7856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18288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terminal aesthetic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for scores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7856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iteration 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8288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Eval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scoring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rubrics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7856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DSL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0" y="18288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manager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rotation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37856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persistence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1D9E75">
              <a:alpha val="2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delivery — always demoable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 + self-refine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loop, model adapters, evaluation scoring, FastAPI endpoints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days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377440"/>
            <a:ext cx="0" cy="22860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260604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EF9F2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 + retro UI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refinement view, score charts, iteration diff, retro design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3154680"/>
            <a:ext cx="0" cy="22860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" y="338328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7F77D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83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459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modes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eval, prompt optimization, comparison matrix, run history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3383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days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" y="3931920"/>
            <a:ext cx="0" cy="22860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48640" y="41605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D85A3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4592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+ deploy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presets, landing page, Docker, README, edge cases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4160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7F77DD">
              <a:alpha val="20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 terminal meets RPG stats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31920" cy="2926080"/>
          </a:xfrm>
          <a:prstGeom prst="roundRect">
            <a:avLst>
              <a:gd name="adj" fmla="val 4688"/>
            </a:avLst>
          </a:prstGeom>
          <a:solidFill>
            <a:srgbClr val="161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137160" cy="13716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6596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965960"/>
            <a:ext cx="137160" cy="13716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Running self-refine on Llama 3.1...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Iteration 1  Score: 4.2/10  ████░░░░░░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Iteration 2  Score: 6.8/10  ██████░░░░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Iteration 3  Score: 8.1/10  ████████░░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Iteration 4  Score: 8.3/10  ████████░░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Converged at iteration 4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Δ improvement: +4.1 points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iteration stream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model refine in real time via WebSocket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progression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697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curve shows diminishing returns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246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changed between iterations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arena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794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refinement runs across models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4114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RPG-style level 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4343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thresholds trigger visual level changes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1D9E75">
              <a:alpha val="2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proves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pattern, adapter layer, async pipeline with WebSocket streaming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0160">
            <a:solidFill>
              <a:srgbClr val="EF9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786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engineering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57860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frameworks, iterative refinement, multi-model orchestration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0160">
            <a:solidFill>
              <a:srgbClr val="7F7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2841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depth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332841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visualization, creative design system, complex state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016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7822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mindset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407822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error recovery, Docker deployment, demo-first UX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wrapper around an API — a system that evaluates and improves LLM output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2026-08-19T22:53:24Z</dcterms:created>
  <dcterms:modified xsi:type="dcterms:W3CDTF">2026-08-19T22:53:24Z</dcterms:modified>
</cp:coreProperties>
</file>